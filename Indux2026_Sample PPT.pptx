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-534" y="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Indux</a:t>
            </a:r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 </a:t>
            </a:r>
            <a:r>
              <a:rPr lang="en-US" sz="4000" b="1" smtClean="0">
                <a:solidFill>
                  <a:schemeClr val="tx2"/>
                </a:solidFill>
                <a:latin typeface="Garamond" panose="02020404030301010803" pitchFamily="18" charset="0"/>
              </a:rPr>
              <a:t>5.0 2026 HACKATHON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F0357AC-EA73-E618-4EDE-2424182B4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E6FCAB7-3EFE-39E9-28C5-C0CB96D04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15461E91-5A4F-9332-2CE6-23408E7D1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F8EB4F-2477-CE2F-9D2E-FFFA92F8D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F2E1229E-CACB-1C51-9EBE-C1985F183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6DCEF1-48C5-1C43-C220-859E2981A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0E725AF1-2A6F-2593-A586-35A8BD3CD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324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Indux 5.0 2026 HACKATHON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welcome</cp:lastModifiedBy>
  <cp:revision>150</cp:revision>
  <dcterms:created xsi:type="dcterms:W3CDTF">2013-12-12T18:46:50Z</dcterms:created>
  <dcterms:modified xsi:type="dcterms:W3CDTF">2026-08-04T08:47:56Z</dcterms:modified>
  <cp:category/>
</cp:coreProperties>
</file>